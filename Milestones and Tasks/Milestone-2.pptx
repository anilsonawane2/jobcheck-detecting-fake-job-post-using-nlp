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22" y="1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5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8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2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8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2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1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1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1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89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162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1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88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63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03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1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99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43433" y="1435827"/>
            <a:ext cx="6597444" cy="538368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</a:t>
            </a:r>
            <a:r>
              <a:rPr lang="en-US" sz="35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Intership</a:t>
            </a:r>
            <a:r>
              <a:rPr lang="en-US" sz="3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6.0</a:t>
            </a:r>
            <a:endParaRPr sz="3500" b="1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2700"/>
            <a:ext cx="6400800" cy="1752600"/>
          </a:xfrm>
        </p:spPr>
        <p:txBody>
          <a:bodyPr>
            <a:noAutofit/>
          </a:bodyPr>
          <a:lstStyle/>
          <a:p>
            <a:pPr algn="ctr"/>
            <a:r>
              <a:rPr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Detecting Fake Job Post Using NLP</a:t>
            </a:r>
          </a:p>
          <a:p>
            <a:endParaRPr sz="2500" dirty="0"/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4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Mritunjay Bais (TL)	2. Anil Sonawane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Jayesh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Sathawane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4. Palam Keerthi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Angirekula Lakshmi Sravya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3AC1D-D976-4DDD-7A0B-F9FBAE252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" y="1"/>
            <a:ext cx="1776739" cy="1776739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Milestone-2 continues the development of the Fake Job Detection System.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building and evaluating machine learning models to accurately classify job postings as fake or legitimate.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Strengthen the NLP pipeline from Milestone-1 by integrating Logistic Regression, Decision Tree, and Random Forest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3394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Models: Logistic Regression, Decision Tree, Random Forest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Evaluation Techniques: Cross Validation, ROC-AUC Curve,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These tools together enable end-to-end development — from model training to real-time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TF-IDF for feature extraction.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Logistic Regression model on preprocessed data.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Evaluated performance using Accuracy, Precision, Recall, F1-Score, and Confusion Matrix.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Established a strong baseline for model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Decision Tree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Decision Tree model using scikit-learn.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accuracy and performance with Logistic Regression.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Visualized the most important features influencing fake job detection.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Gained interpretability through decision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Random Forest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Random Forest classifier for ensemble learning.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results with Decision Tree and Logistic Regression.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accuracy through multiple tree aggregation.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Identified top contributing features using feature importance plot.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models based on Accuracy, Precision, Recall, and F1-Score.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 provided stable results.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showed best overall performance.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Evaluated all models using ROC-AUC curve for performance visualization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Model Evaluation and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5-Fold Cross Validation to ensure model robustness.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hyperparameter tuning.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Selected best parameters to enhance model accuracy.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Ensured model generalization and reduced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optimized models using Pickle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a user-friendly interface for real-time fake job detection.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Enabled end-to-end model testing through web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 achieved balanced performance.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achieved highest accuracy and stability.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Tuned models improved performance consistency.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ompleted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transition from data preparation to model deployment.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multiple ML models and compared results.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Performed model tuning and evaluation.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Deployed final model for real-time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3D1D-A715-423B-8E5B-3EB77129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2728735"/>
            <a:ext cx="7055380" cy="1400530"/>
          </a:xfrm>
        </p:spPr>
        <p:txBody>
          <a:bodyPr/>
          <a:lstStyle/>
          <a:p>
            <a:pPr algn="ctr"/>
            <a:r>
              <a:rPr lang="en-GB" sz="8000" dirty="0"/>
              <a:t>Thank You </a:t>
            </a:r>
            <a:r>
              <a:rPr lang="en-GB" sz="8000" dirty="0">
                <a:sym typeface="Wingdings" panose="05000000000000000000" pitchFamily="2" charset="2"/>
              </a:rPr>
              <a:t>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958400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438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Century Gothic</vt:lpstr>
      <vt:lpstr>Times New Roman</vt:lpstr>
      <vt:lpstr>Wingdings</vt:lpstr>
      <vt:lpstr>Wingdings 3</vt:lpstr>
      <vt:lpstr>Ion</vt:lpstr>
      <vt:lpstr>Infosys Springboard Intership 6.0</vt:lpstr>
      <vt:lpstr>Goal and Context</vt:lpstr>
      <vt:lpstr>Core Technology</vt:lpstr>
      <vt:lpstr>Logistic Regression</vt:lpstr>
      <vt:lpstr> Decision Tree Model</vt:lpstr>
      <vt:lpstr> Random Forest Model</vt:lpstr>
      <vt:lpstr>Model Evaluation and Comparison</vt:lpstr>
      <vt:lpstr>Model Evaluation and Tuning</vt:lpstr>
      <vt:lpstr> Model Deployment</vt:lpstr>
      <vt:lpstr> Results</vt:lpstr>
      <vt:lpstr>Conclusion</vt:lpstr>
      <vt:lpstr>Thank You 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Anil Sonawane</cp:lastModifiedBy>
  <cp:revision>8</cp:revision>
  <dcterms:created xsi:type="dcterms:W3CDTF">2013-01-27T09:14:16Z</dcterms:created>
  <dcterms:modified xsi:type="dcterms:W3CDTF">2025-11-07T12:28:30Z</dcterms:modified>
  <cp:category/>
</cp:coreProperties>
</file>